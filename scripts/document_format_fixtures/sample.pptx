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7865C0-C464-40E9-934F-9DDEF0F642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CCEFB61-687D-4D05-8BDC-A18C5D5049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投标方案真实演示文稿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